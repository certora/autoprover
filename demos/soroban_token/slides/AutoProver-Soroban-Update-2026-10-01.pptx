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pipeline now runs end to end on a Soroban contract and found a real admin-takeover bug, with a Sunbeam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five green. Be explicit that the two partials are protocol selection (needs SDF) and the cloud option (not started).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Extraction ran the four components concurrently; the longest took 35 minutes. Authoring is one component (--max-properties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shown is lightly abridged for the slide; the real file is in the repo under demos/soroban_token.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Link: prover.certora.com/jobStatus/33158/f6379ea6... with anonymousKey — no Certora login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emitted this as three findings sharing one root cause; the grouping step should have merged them. Known defect in the report layer, not in the Soroban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Prerequisites: ANTHROPIC_API_KEY, CERTORAKEY, a local postgres (docker compose), and a one-time Certora login for reading results. All open-source on the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greenfield: not built, and the term needs defining before we commit. If asked about multi-contract: that is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AutoProver for Soroban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progress update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Certora  ·  2026-10-01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937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 complete: specs authored, verified by Sunbeam, real defect found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against Phase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from the 2026-09-02 kickoff deck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56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AutoSetup prepares a Soroban protocol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920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pipeline. Dependency pinning, harness scaffold, feature gate, compile gate — 30s on an unmodified repo.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169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AutoProver PoC produces CVLR specs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8803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 authored for 4 extracted properties. No human wrote CVLR.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770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Sunbeam report showing specs were proved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8404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submissions; verdicts read back into the loop; report generated.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37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available for each protocol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8006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the contract run so far; 2-3 protocols not yet chosen with SDF.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7972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760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or cloud option users can try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7607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works today (see later slide). Cloud option not started.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command, eight phases, 59 minutes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2026-09-30 against an unmodified Soroban contract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396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 discovery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1031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1396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30s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031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1396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extraction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components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1031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0" y="21396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6334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AutoSetup / preflight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9684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462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authoring (agent)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21m 55s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3749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39319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0" y="39684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462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build + submit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jobs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749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9319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0" y="39684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462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+ counterexamples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36s prover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0" y="3749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39319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26880" y="39684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0" y="4462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Claude Opus 5 + Sonnet 5 via API  ·  prover: certoraSorobanProver (cloud)  ·  spend capped at $25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target: a Soroban token contract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contract was changed — source_edits: 0 in the report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was given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initialize(e: Env, admin: Address) {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e.storage().persistent()
        .set(&amp;"ADMIN", &amp;admin);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authorization. No re-initialization guard.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wrote (5 rules)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212848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#[rule]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admin_rotation_requires_current_admin_auth(
        e: Env, b: Address) {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 = admin_opt(&amp;e).unwrap();
    let authorized = is_auth(a.clone());
    Token::initialize(e.clone(), b.clone());
    let rotated = admin_opt(&amp;e) == Some(b);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cvlr_assert!(!rotated || authorized);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came from the repo's own docs and code; the user wrote no CVLR.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properties extracted → 5 rules → complete coverage, 0 skipped, 0 source edits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harness, the conf, the build script and the wasm were all generated.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Sunbeam verdicts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is public — open it during the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568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initialize_persists_admin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8288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151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initialize_then_mint_uses_stored_admin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0" y="248716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52560" y="2624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unauthenticated_admin_overwrite_enables_unlimited_mint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3145536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32826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initialize_is_one_shot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3803904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3941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4622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590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admin_rotation_requires_current_admin_auth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446227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4599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violations are the deliverable, not a failure.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 each counterexample, judged the defect real, and marked the rule expected-to-fail — so the run completed with the bugs in it rather than weakening the rules until they passed.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critical defect, with a proof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re-initialization → mint takeover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920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address can call initialize at any time and install itself as admin, displacing the legitimate one. The admin slot gates minting, so the attacker can inflate supply without bound.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2461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initialize(a) stores legitimate admin a.  2. Attacker b calls initialize(b) with no authorization from a.  3. No guard, no require_auth — the slot is overwritten. b now mints freely.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45720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 counterexample: the stored admin authorized nothing, yet initialize(b) completed. The trace shows the body contains exactly two operations — a key conversion and one put_contract_data.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 impact, attack path, stated assumptions, and the counterexample as proof of concept.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run it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on Slack: the CLI exists and this is the whole invocation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console-soroban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./my-protocol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src/lib.rs:Token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--budget budget.json --max-properties 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./my-protocol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— cargo workspace root, unmodified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src/lib.rs:Token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8587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contract: path to its source, plus the #[contract] type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34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--budget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3342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cap on LLM spend; the run wraps up when it approaches it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097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--max-properties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8097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how much work it takes on (omit for everything)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59612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available: tui-soroban (live progress view)  ·  --interactive to review extracted properties before authoring  ·  --properties to replay a saved run cheaply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Phase 1 lands on protocols you care about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2-3 protocols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103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kickoff list: soroswap, phoenix, blend, templar, kinetic, one-way-channel. Nothing is formally chosen yet, and Phase 1 says "chosen with SF".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their soroban-sdk versions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566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SDK 22, 25 and 26. SDK 23 has no cvlr-soroban branch yet — if a chosen protocol is on 23, we need one cut.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2578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303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logistics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5029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slot length, and audience, so we can shape the talk and the live demo.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stated plainly: one contract proven end to end so far, and it is a tutorial contract rather than one of yours. Everything is open-source.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2026-10-01T23:29:19Z</dcterms:created>
  <dcterms:modified xsi:type="dcterms:W3CDTF">2026-10-01T23:29:19Z</dcterms:modified>
</cp:coreProperties>
</file>